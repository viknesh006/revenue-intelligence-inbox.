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sets the operational problem. Rather than building a passive CRM clone, we designed an active revenue intelligence inbox for a manager who needs to separate sales pipe from vendor procurement, audit softphone seat sharing, and catch critical software defects before churn occurs.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highlights our 3 core findings. Each finding is traced directly to an exact spoken sentence or turn reference, and we show exactly which screen, rule, and output path it influenced.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demonstrates our nuanced routing philosophy. In sales operations, not every interaction is a qualified deal. When a prospect explicitly forbids follow-up calls, routing it into an aggressive SDR follow-up queue is a critical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explains the data contract implementation. We demonstrate that our composite key and revision comparison prevent duplicate counting and preserve human overrides even when upstream systems replay older batches.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reflects on our architectural trade-offs. Rejecting phantom deal sizing was an intentional choice to preserve data integrity and executive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SPENDNEST REVENUE INTELLIGENCE INBOX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SpendNest Revenue Intelligence Inbox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Operations Workspace &amp; Decision Governance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Sales Manager Dilemma: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Managers drown in fragmented records from telephony (OXO dialers), calendars, and audio notetakers. Transcripts arrive late, stored labels disagree with spoken dialogue, and generic summaries miss operational reality.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Core Product Mission: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high-trust, desktop-first workspace that answers: What happened? Why does it matter? What is unproven? Who owns the next action?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Authoritative Composite Identity: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Rigidly keys interactions by (source_type, source_id). Rejects brittle approximations like company names, array indices, or convenience references.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Independent State Architecture: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Cleanly separates pristine raw source payloads from system intelligence, manual manager overrides, and processing states.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6217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1 of 5 | 21 August 2026 (Asia/Kolkata)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SPENDNEST REVENUE INTELLIGENCE INBOX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Dashboard &amp; Three Core Discoveries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Evidence-Grounded Reporting on 21 August 2026 (Asia/Kolkata)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Selected Interaction Scope: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Evaluates 44 unique logical interactions (30 calls, 14 meetings). Total usable text coverage is 40.9% (18 conversations post-update). All denominators are explicitly defined.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Finding #1 (Speaker Attribution Conflict - C06):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Telephony metadata credits rep "Meera", but caller introduces himself as "Ravi". Ground truth audio supersedes dialer tags; triggered softphone seat audit.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Finding #2 (Workaround != Defect Resolution - M07):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 demonstrated 4 severe bugs (description mutation, modal amount bleed, attachment failure). Turn 15 affirms: "The workaround does not mean the direct upload issue has been resolved." Flagged P1.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Finding #3 (Vendor Procurement Misclassified as Sales - M02):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title "LedgerBridge" appears to be sales pipeline. In reality, SpendNest is procuring LedgerBridge for PEPOL compliance. Routed to Vendor Coordination to protect pipeline metrics.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6217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2 of 5 | 21 August 2026 (Asia/Kolkata)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SPENDNEST REVENUE INTELLIGENCE INBOX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Taxonomy &amp; The Difficult Decision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Multi-Destination Governance &amp; Boundary Management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Six Purpose-Built Destinations: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Coaching, Deal Follow-up, Partnership Opportunity, Customer Success / Support, Internal / Vendor Coordination, and Human Review Required.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Multi-Route Support: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interaction can legitimately trigger multiple actions (e.g. C09 triggers Deal Follow-up with Mr. Rishabh and Sales Coaching on boundary consent).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Difficult Decision (Call C10 - Mr. Aniket):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Prospect accepted an informational brief on messaging, but when rep Meera pushed for a Monday/Tuesday callback, he firmly replied: "No. I said I will contact you if there is anything to discuss."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Routing Verdict: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deliberately routed C10 to Sales Coaching &amp; Human Review rather than active Deal Follow-up. Calling him back would violate explicit consent and burn brand equity.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6217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3 of 5 | 21 August 2026 (Asia/Kolkata)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SPENDNEST REVENUE INTELLIGENCE INBOX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Replay &amp; Override Preservation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Contract Integrity Across Shuffles, Late Batches, &amp; Restarts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Replay Verification Checklist: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Executed the strict 7-step test sequence from DATA_CONTRACT.md with 100% automated pass assertions.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Idempotent Shuffled Imports: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Importing batch 01_initial in randomized order resulted in 0 inserted records and 44 skipped records. Logical count remained strictly 44.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Late Transcript Integration: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02_update (Revision 2) supplied 27 turns for M07. Usable texts increased from 17 to 18 without creating duplicate records.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 Payload Replacement: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newer revision completely replaces payload and transcript_payload (including nulls), eliminating accidental partial field merges.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539496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Preserved Human Judgment: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manual route overrides on M07 survived update batch arrival, older batch re-import, and browser restart.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6217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4 of 5 | 21 August 2026 (Asia/Kolkata)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SPENDNEST REVENUE INTELLIGENCE INBOX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Trade-offs, Rejected Decision, &amp;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Methodological Rigor, Honest Limitations, and Future Milestones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Deliberately Rejected Decision: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Deal Sizing &amp; ARR Extrapolation. We rejected using AI heuristics to invent deal values or win probabilities from mentions of "120 stores". Missing CRM inputs must not be replaced by guesses.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Accepted Trade-off: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presents verified interaction volume and concrete commitments rather than speculative dollar pipeline widgets.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Honest Limitations: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of authoritative CRM opportunity table, lack of verified staff directory, single-day evaluation window (21 August 2026), and manual review requirement for the 26 non-text records.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Production Roadmap: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WebRTC softphone stream interception, automated ERP integration health checks, and cross-channel identity graph stitching.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6217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5 of 5 | 21 August 2026 (Asia/Kolkata)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2026-10-23T04:47:53Z</dcterms:created>
  <dcterms:modified xsi:type="dcterms:W3CDTF">2026-10-23T04:47:53Z</dcterms:modified>
</cp:coreProperties>
</file>